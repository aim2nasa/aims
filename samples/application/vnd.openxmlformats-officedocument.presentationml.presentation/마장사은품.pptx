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1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BA20B4-AD03-26EC-65BA-F1F848CB9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2C526E-23F9-AB98-544F-10F3EF2E5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023895-2C3B-2737-9D71-BF034429D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880F0-043A-4373-AE84-9E905AD636E5}" type="datetimeFigureOut">
              <a:rPr lang="ko-KR" altLang="en-US" smtClean="0"/>
              <a:t>2025-05-03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68FB39-D9B7-FD0D-A29C-2F3FD36EA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4F3F82-45C4-2A45-FE33-A5B9DAAB5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9BE8A-2AC7-4389-A693-F82E266E0E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221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3A8CA-39F8-CE0E-8F91-F8D88C2BF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A30174-4F90-77C1-C072-868A26AAC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2C0A53-CE45-A79B-509B-202D003B7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880F0-043A-4373-AE84-9E905AD636E5}" type="datetimeFigureOut">
              <a:rPr lang="ko-KR" altLang="en-US" smtClean="0"/>
              <a:t>2025-05-03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76F7B8-DE93-3FA6-9472-76C57899C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B68BC4-7AC7-5E17-DEBC-FDE4CB3A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9BE8A-2AC7-4389-A693-F82E266E0E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05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45288E-C633-B185-300C-890674CC5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F19C80-A5EA-DABD-EEDF-AABFE92F3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72521B-5EC8-A0EA-5B3B-C910729B6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880F0-043A-4373-AE84-9E905AD636E5}" type="datetimeFigureOut">
              <a:rPr lang="ko-KR" altLang="en-US" smtClean="0"/>
              <a:t>2025-05-03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BCA997-7CF7-287F-1DE6-15225138A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6888BC-67F9-83FA-3270-434CC8855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9BE8A-2AC7-4389-A693-F82E266E0E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804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5257D-E056-F610-500C-CE63A2EA9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F62647-7F0A-2FA8-8FC6-1C3908F4B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3191EA-586C-15A0-EF01-99484CA7A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5B85BB-4DC8-5678-8C12-01E662F92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880F0-043A-4373-AE84-9E905AD636E5}" type="datetimeFigureOut">
              <a:rPr lang="ko-KR" altLang="en-US" smtClean="0"/>
              <a:t>2025-05-03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D34E45-85CE-B918-6515-FCA6ADED1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147019-C250-F6FD-75F4-8252CDCD3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9BE8A-2AC7-4389-A693-F82E266E0E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315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95AC08-61F3-EA73-A928-261EBEFDA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2CBD20-BF11-FCDA-C49E-0D9815960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FB1C30-07AF-33EC-9D0B-B23698667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7FF010F-629E-A2B3-B7BB-88084629A0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6967ABB-CB28-9ADC-6D92-B368CE26B8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F43CD80-1676-2EF3-727B-63B4475FC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880F0-043A-4373-AE84-9E905AD636E5}" type="datetimeFigureOut">
              <a:rPr lang="ko-KR" altLang="en-US" smtClean="0"/>
              <a:t>2025-05-03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ED404ED-86FC-4482-E14A-20D07FA89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8D6284-D051-E09D-7175-F5E341FC1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9BE8A-2AC7-4389-A693-F82E266E0E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282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6B35FB-5AE5-6F68-963A-CDE83EC22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D1A8380-0F59-12AD-9842-58B21998C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880F0-043A-4373-AE84-9E905AD636E5}" type="datetimeFigureOut">
              <a:rPr lang="ko-KR" altLang="en-US" smtClean="0"/>
              <a:t>2025-05-03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94707FE-4C05-48A0-CA8C-BD1B30D98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4818A4-565D-3B48-6F81-469DF3597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9BE8A-2AC7-4389-A693-F82E266E0E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094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BD80AD8-49F1-62BD-9AC5-DF3FCF923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880F0-043A-4373-AE84-9E905AD636E5}" type="datetimeFigureOut">
              <a:rPr lang="ko-KR" altLang="en-US" smtClean="0"/>
              <a:t>2025-05-03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BB3D9D3-02C5-653A-BBD1-689F30D9B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C737E3-71A9-579C-8975-1369D1D69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9BE8A-2AC7-4389-A693-F82E266E0E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2415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DC2148-DEBF-A1ED-905C-99C9B5641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3D2DCF-AC0F-F0A9-5271-F452CCD2F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FD4C9D-AE69-22B8-C55C-5A17665AA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714E30-EB71-63B0-D90E-764D87118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880F0-043A-4373-AE84-9E905AD636E5}" type="datetimeFigureOut">
              <a:rPr lang="ko-KR" altLang="en-US" smtClean="0"/>
              <a:t>2025-05-03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963D93-235D-CCE1-E50F-6E324F7DE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3D3A23-AB61-ED91-ABD1-1F4136CB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9BE8A-2AC7-4389-A693-F82E266E0E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328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807531-E0AD-9200-5EC6-6B78A08EE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29DE7A0-E1CB-5F94-BF0B-610880C4E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DF7AFB-2BA3-9455-2F7A-710594B81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1314FB-C1E1-8C51-008D-81C681DFD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880F0-043A-4373-AE84-9E905AD636E5}" type="datetimeFigureOut">
              <a:rPr lang="ko-KR" altLang="en-US" smtClean="0"/>
              <a:t>2025-05-03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9DEC5F-B3FD-B611-900C-238B5CBDB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97BA3F-51C2-B307-BD25-F0BD442B5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9BE8A-2AC7-4389-A693-F82E266E0E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758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4AC37-0970-852E-DC2F-8CBEDFCA9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37D7C5-9DF5-F838-6BE1-994964C58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DE845E-5351-F1A8-C3CA-B0B3A2969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880F0-043A-4373-AE84-9E905AD636E5}" type="datetimeFigureOut">
              <a:rPr lang="ko-KR" altLang="en-US" smtClean="0"/>
              <a:t>2025-05-03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B4BAB2-F4EA-CF1A-E048-07BFF7877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6ADEE7-C55B-E593-ED00-33E232FB1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9BE8A-2AC7-4389-A693-F82E266E0E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092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EE35689-73E0-A68A-33A9-C915446002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8471FA-792F-AE1E-9625-C5F0C3C15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88E10C-BC67-E13C-0AA2-876966088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880F0-043A-4373-AE84-9E905AD636E5}" type="datetimeFigureOut">
              <a:rPr lang="ko-KR" altLang="en-US" smtClean="0"/>
              <a:t>2025-05-03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7E7218-E1F5-E728-DBC7-FAD4928D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6AF935-117E-3F75-F3D6-9DA584112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9BE8A-2AC7-4389-A693-F82E266E0E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532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A38167-C6AA-5E2C-8E89-A560A4037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3A8811-C800-1AC4-CD28-6309DB449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7306C-48A3-13FE-2B13-60383BD616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880F0-043A-4373-AE84-9E905AD636E5}" type="datetimeFigureOut">
              <a:rPr lang="ko-KR" altLang="en-US" smtClean="0"/>
              <a:t>2025-05-03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92427B-59BE-E05F-E0EE-F70146EFAB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F6B1F6-6E48-215C-22AF-DC1E1F7701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9BE8A-2AC7-4389-A693-F82E266E0E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6416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B5EE873-E8AF-39A2-FDDB-0A06139FF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566" y="0"/>
            <a:ext cx="9862868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ED397AF-17AB-F845-6495-08038A768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850" y="2190750"/>
            <a:ext cx="5372100" cy="24765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633B6D0-ED3D-9639-C571-DD4393CDC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352" y="1819516"/>
            <a:ext cx="3871296" cy="321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234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8767308-273B-D313-05B3-2E0626173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59" y="367240"/>
            <a:ext cx="7503442" cy="499216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2EB8620-9433-BCAC-A9CF-E22258AAF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350" y="1320800"/>
            <a:ext cx="5753100" cy="50292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A2911B8-4314-0BA4-2220-012764CE7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5662" y="800100"/>
            <a:ext cx="5400675" cy="52578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A02F5C3-99BB-82BA-6354-725F860B3F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3237" y="3100803"/>
            <a:ext cx="3530143" cy="324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02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2025-05-03T10:37:56Z</dcterms:created>
  <dcterms:modified xsi:type="dcterms:W3CDTF">2025-05-03T10:38:11Z</dcterms:modified>
</cp:coreProperties>
</file>